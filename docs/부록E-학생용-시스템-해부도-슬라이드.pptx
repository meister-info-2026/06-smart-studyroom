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0" cy="384048"/>
          </a:xfrm>
          <a:prstGeom prst="roundRect">
            <a:avLst>
              <a:gd name="adj" fmla="val 50000"/>
            </a:avLst>
          </a:prstGeom>
          <a:solidFill>
            <a:srgbClr val="E7EF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스마트 학습 좌석 · 2차 개발 착수 브리핑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43000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학습좌석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8A3F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해부도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5468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웹캠 하나가 착석·졸음·자세를 지켜보고, 등받이와 방석의 진동 모터로 조용히 알려주기까지 — 이 좌석이 주고받는 JSON 한 줄까지 그대로 열어봅니다.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343400"/>
            <a:ext cx="118414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8DBC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343400"/>
            <a:ext cx="118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6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Next.js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88820" y="4343400"/>
            <a:ext cx="118414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BFA5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88820" y="4343400"/>
            <a:ext cx="118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4343400"/>
            <a:ext cx="9372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7BCAC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37560" y="4343400"/>
            <a:ext cx="937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9E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39412" y="4343400"/>
            <a:ext cx="1924812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BBF8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39412" y="4343400"/>
            <a:ext cx="19248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B8A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YOLOv8 + Haar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28816" y="4343400"/>
            <a:ext cx="204825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EA3A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28816" y="434340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57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Raspberry Pi 5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완성본(Mock 하드웨어) 기준 · 2차 개발(라즈베리파이 5 실기기 연동) 착수 전 필독 자료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3152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시스템은 사실, 오감을 나눠 가진 팀입니다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눈으로 보고 · 뇌로 판단하고 · 손으로 움직이듯, 이 시스템도 5개 부품이 역할을 하나씩 나눠 맡습니다.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2036003" cy="3063240"/>
          </a:xfrm>
          <a:prstGeom prst="roundRect">
            <a:avLst>
              <a:gd name="adj" fmla="val 4491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38042" y="2532888"/>
            <a:ext cx="640080" cy="640080"/>
          </a:xfrm>
          <a:prstGeom prst="ellipse">
            <a:avLst/>
          </a:prstGeom>
          <a:solidFill>
            <a:srgbClr val="2F86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38042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291840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86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얼굴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630168"/>
            <a:ext cx="1816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Frontend · Next.js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" y="3977640"/>
            <a:ext cx="17433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집중 상태를 보여주는 조종석 화면이에요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858963" y="2331720"/>
            <a:ext cx="2036003" cy="3063240"/>
          </a:xfrm>
          <a:prstGeom prst="roundRect">
            <a:avLst>
              <a:gd name="adj" fmla="val 4491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56925" y="2532888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556925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2968691" y="3291840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968691" y="3630168"/>
            <a:ext cx="1816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Backend · FastAPI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005267" y="3977640"/>
            <a:ext cx="17433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졸음·자세 이벤트에 진동으로 응답해요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77846" y="2331720"/>
            <a:ext cx="2036003" cy="3063240"/>
          </a:xfrm>
          <a:prstGeom prst="roundRect">
            <a:avLst>
              <a:gd name="adj" fmla="val 4491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75808" y="2532888"/>
            <a:ext cx="640080" cy="640080"/>
          </a:xfrm>
          <a:prstGeom prst="ellipse">
            <a:avLst/>
          </a:prstGeom>
          <a:solidFill>
            <a:srgbClr val="0F9E8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775808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📓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5187574" y="3291840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9E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공책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187574" y="3630168"/>
            <a:ext cx="1816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Database · MySQL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224150" y="3977640"/>
            <a:ext cx="17433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장치 상태만 적고, 학습 세션은 아직 메모리뿐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296729" y="2331720"/>
            <a:ext cx="2036003" cy="3063240"/>
          </a:xfrm>
          <a:prstGeom prst="roundRect">
            <a:avLst>
              <a:gd name="adj" fmla="val 4491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94691" y="2532888"/>
            <a:ext cx="640080" cy="640080"/>
          </a:xfrm>
          <a:prstGeom prst="ellipse">
            <a:avLst/>
          </a:prstGeom>
          <a:solidFill>
            <a:srgbClr val="DB8A1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994691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👁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7406457" y="3291840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B8A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406457" y="3630168"/>
            <a:ext cx="1816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Vision · YOLOv8+Haar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443033" y="3977640"/>
            <a:ext cx="17433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착석·눈 감김·고개 숙임을 지켜봐요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515612" y="2331720"/>
            <a:ext cx="2036003" cy="3063240"/>
          </a:xfrm>
          <a:prstGeom prst="roundRect">
            <a:avLst>
              <a:gd name="adj" fmla="val 4491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213574" y="2532888"/>
            <a:ext cx="640080" cy="640080"/>
          </a:xfrm>
          <a:prstGeom prst="ellipse">
            <a:avLst/>
          </a:prstGeom>
          <a:solidFill>
            <a:srgbClr val="E0576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0213574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34" name="Text 32"/>
          <p:cNvSpPr txBox="1"/>
          <p:nvPr/>
        </p:nvSpPr>
        <p:spPr>
          <a:xfrm>
            <a:off x="9625340" y="3291840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57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9625340" y="3630168"/>
            <a:ext cx="1816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Hardware · Pi 5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9661916" y="3977640"/>
            <a:ext cx="17433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등받이·방석을 진동시키고 조명을 켜요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5778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지금부터 한 명씩, 그리고 이들이 나누는 대화를 하나씩 살펴봅니다.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SYSTEM MAP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누구에게 말을 거나요?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663440" y="1554480"/>
            <a:ext cx="24688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F86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0" y="16642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20116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Next.js 집중도 조종석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3063240"/>
            <a:ext cx="24688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28575">
            <a:solidFill>
              <a:srgbClr val="8B5C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31729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Backend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3520440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 (StudySeatTriggerService)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5074920"/>
            <a:ext cx="24688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F9E8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0" y="51846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553212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315468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B8A1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2644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Vision 클라이언트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611880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정면 웹캠 · 독립 프로세스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869680" y="315468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0576B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8961120" y="32644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Raspberry Pi 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961120" y="3611880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57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없음 · 2차 개발 시작점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97880" y="2240280"/>
            <a:ext cx="0" cy="82296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headEnd type="triangl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709160" y="2423160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709160" y="2423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WebSocket + REST(JSON)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97880" y="3931920"/>
            <a:ext cx="0" cy="114300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headEnd type="triangl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709160" y="4274820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09160" y="42748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/ 조회 (장치 상태만)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26080" y="3497580"/>
            <a:ext cx="1737360" cy="0"/>
          </a:xfrm>
          <a:prstGeom prst="line">
            <a:avLst/>
          </a:prstGeom>
          <a:noFill/>
          <a:ln w="25400">
            <a:solidFill>
              <a:srgbClr val="DB8A1D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017520" y="3268980"/>
            <a:ext cx="15544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017520" y="32689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8A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 seat/telemetry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132320" y="3497580"/>
            <a:ext cx="1737360" cy="0"/>
          </a:xfrm>
          <a:prstGeom prst="line">
            <a:avLst/>
          </a:prstGeom>
          <a:noFill/>
          <a:ln w="25400">
            <a:solidFill>
              <a:srgbClr val="E0576B"/>
            </a:solidFill>
            <a:prstDash val="dash"/>
            <a:headEnd type="triangl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200900" y="3268980"/>
            <a:ext cx="16002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200900" y="32689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57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desired-state 계약(완성)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635508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라즈베리파이 코드(pi/main.py)가 아예 없어요 — 백엔드의 MockDeviceProvider가 '즉시 항상 성공하는' 가짜 하드웨어로 대신하고 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6F0FD"/>
          </a:solidFill>
          <a:ln w="12700">
            <a:solidFill>
              <a:srgbClr val="A1C9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F86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FRONTEND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713232"/>
            <a:ext cx="777240" cy="777240"/>
          </a:xfrm>
          <a:prstGeom prst="ellipse">
            <a:avLst/>
          </a:prstGeom>
          <a:solidFill>
            <a:srgbClr val="2F86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713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🖥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667512"/>
            <a:ext cx="9951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얼굴 — 집중도를 보여주는 조종석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Next.js · TypeScript · Tailwind CSS · Lucide Icons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2F86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103120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StudyTimerCockpit이 착석 상태·집중 배지·HH:MM:SS 타이머·LED 밝기 슬라이더를 한 화면에 모아요.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054096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2F86E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2962656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졸음·자세 경보 카드 2개가 각각 방석·등받이 진동 상태를 보여주고, '수동 해제' 버튼도 있어요.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913632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2F86E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822192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'퇴실 &amp; 리포트 발행' 버튼을 누르면 집중 점수와 함께 QR 코드가 뜨는 모달이 열려요.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49440" y="2103120"/>
            <a:ext cx="4602175" cy="1938528"/>
          </a:xfrm>
          <a:prstGeom prst="roundRect">
            <a:avLst>
              <a:gd name="adj" fmla="val 4245"/>
            </a:avLst>
          </a:prstGeom>
          <a:solidFill>
            <a:srgbClr val="1012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50608" y="2231136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퇴실 요청 → 리포트 응답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150608" y="2523744"/>
            <a:ext cx="4199839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/api/session/checkout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"seat_id": "SEAT_01",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"total_study_seconds": 1250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{ "focus_score": 85,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"qr_payload": "SEAT_REPORT:..." }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F1EBFE"/>
          </a:solidFill>
          <a:ln w="12700">
            <a:solidFill>
              <a:srgbClr val="CBB6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8B5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BACKEND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713232"/>
            <a:ext cx="777240" cy="7772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713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667512"/>
            <a:ext cx="9951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 — 졸음과 자세에 진동으로 응답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 · backend/routes/(devices·vision·session) · StudySeatTriggerService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8B5C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103120"/>
            <a:ext cx="57150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팀들과 같은 이름의 trigger_service.py가 실제로 존재해요 — StudySeatTriggerService 싱글턴 하나가 착석·졸음·자세를 전부 판단해요.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328416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8B5C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236976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졸음 진동은 3.0초 후, 자세 진동은 2.5초 후 스스로 꺼져요(_auto_turn_off_vibrator).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87952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8B5C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096512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퇴실 리포트는 SESSION_STORE라는 파이썬 딕셔너리에만 있어요 — DB에는 저장되지 않아요.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49440" y="2103120"/>
            <a:ext cx="4602175" cy="1353312"/>
          </a:xfrm>
          <a:prstGeom prst="roundRect">
            <a:avLst>
              <a:gd name="adj" fmla="val 6081"/>
            </a:avLst>
          </a:prstGeom>
          <a:solidFill>
            <a:srgbClr val="1012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50608" y="2231136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집중 점수 계산식 (그대로)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150608" y="2523744"/>
            <a:ext cx="4199839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penalty = drowsy*10 + posture*5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max(30, min(100,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100 - penalty))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F3F1"/>
          </a:solidFill>
          <a:ln w="12700">
            <a:solidFill>
              <a:srgbClr val="93D3C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F9E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713232"/>
            <a:ext cx="777240" cy="777240"/>
          </a:xfrm>
          <a:prstGeom prst="ellipse">
            <a:avLst/>
          </a:prstGeom>
          <a:solidFill>
            <a:srgbClr val="0F9E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713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📓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667512"/>
            <a:ext cx="9951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공책 — 장치 상태만 적어요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 — 4개 테이블: devices · sensor_readings · control_log · vision_events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2065264" cy="749808"/>
          </a:xfrm>
          <a:prstGeom prst="roundRect">
            <a:avLst>
              <a:gd name="adj" fmla="val 8537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240280"/>
            <a:ext cx="184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rgb_led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551176"/>
            <a:ext cx="184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스탠드 조명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851648" y="2148840"/>
            <a:ext cx="2065264" cy="749808"/>
          </a:xfrm>
          <a:prstGeom prst="roundRect">
            <a:avLst>
              <a:gd name="adj" fmla="val 8537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61376" y="2240280"/>
            <a:ext cx="184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vibration_motor_a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961376" y="2551176"/>
            <a:ext cx="184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등받이 진동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63216" y="2148840"/>
            <a:ext cx="2065264" cy="749808"/>
          </a:xfrm>
          <a:prstGeom prst="roundRect">
            <a:avLst>
              <a:gd name="adj" fmla="val 8537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72944" y="2240280"/>
            <a:ext cx="184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vibration_motor_b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172944" y="2551176"/>
            <a:ext cx="184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방석 진동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274784" y="2148840"/>
            <a:ext cx="2065264" cy="749808"/>
          </a:xfrm>
          <a:prstGeom prst="roundRect">
            <a:avLst>
              <a:gd name="adj" fmla="val 8537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84512" y="2240280"/>
            <a:ext cx="184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relay_power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384512" y="2551176"/>
            <a:ext cx="184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 전원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486351" y="2148840"/>
            <a:ext cx="2065264" cy="749808"/>
          </a:xfrm>
          <a:prstGeom prst="roundRect">
            <a:avLst>
              <a:gd name="adj" fmla="val 8537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96079" y="2240280"/>
            <a:ext cx="184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webcam_front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596079" y="2551176"/>
            <a:ext cx="184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정면 웹캠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3017520"/>
            <a:ext cx="2065264" cy="749808"/>
          </a:xfrm>
          <a:prstGeom prst="roundRect">
            <a:avLst>
              <a:gd name="adj" fmla="val 8537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3108960"/>
            <a:ext cx="184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touch_display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3419856"/>
            <a:ext cx="184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매립형 터치 화면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" y="4023360"/>
            <a:ext cx="10911535" cy="786384"/>
          </a:xfrm>
          <a:prstGeom prst="roundRect">
            <a:avLst>
              <a:gd name="adj" fmla="val 9302"/>
            </a:avLst>
          </a:prstGeom>
          <a:solidFill>
            <a:srgbClr val="FAF2E7"/>
          </a:solidFill>
          <a:ln w="12700">
            <a:solidFill>
              <a:srgbClr val="E7C39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1248" y="4114800"/>
            <a:ext cx="105091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97A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 솔직 고백: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세션·집중 점수 리포트는 DB 테이블이 아니라 백엔드 메모리(SESSION_STORE)에만 있어요 — 서버를 재시작하면 지난 리포트가 전부 사라집니다.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FBF1E4"/>
          </a:solidFill>
          <a:ln w="12700">
            <a:solidFill>
              <a:srgbClr val="EFCA9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DB8A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713232"/>
            <a:ext cx="777240" cy="777240"/>
          </a:xfrm>
          <a:prstGeom prst="ellipse">
            <a:avLst/>
          </a:prstGeom>
          <a:solidFill>
            <a:srgbClr val="DB8A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713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👁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667512"/>
            <a:ext cx="9951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 — 진짜로 보고 있어요, 다만 방식이 달라요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OpenCV · YOLOv8n(ONNX) + Haar Cascade(얼굴·눈)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DB8A1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10312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착석: YOLO로 사람 감지 — 실제로 작동해요.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DB8A1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2743200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졸음: 얼굴 안에서 눈이 0개 검출된 채로 2.5초 지나면 졸음으로 판정해요(Haar Cascade).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694176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DB8A1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602736"/>
            <a:ext cx="57150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자세: AGENTS.md는 '얼굴 랜드마크 Y좌표'라고 적었지만, 실제로는 YOLO 박스의 위쪽 모서리 기준 45px 이상 내려가면 거북목으로 판정해요.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828032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DB8A1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736592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AGENTS.md는 'YOLO/mediapipe'라고 적어놨지만, 실제 코드엔 mediapipe가 전혀 없어요.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49440" y="2103120"/>
            <a:ext cx="4602175" cy="1645920"/>
          </a:xfrm>
          <a:prstGeom prst="roundRect">
            <a:avLst>
              <a:gd name="adj" fmla="val 5000"/>
            </a:avLst>
          </a:prstGeom>
          <a:solidFill>
            <a:srgbClr val="10121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50608" y="2231136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2초마다 보내는 좌석 텔레메트리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150608" y="2523744"/>
            <a:ext cx="419983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/api/v1/seat/telemetry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"seat_id": "SEAT_01",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"is_occupied": true,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"posture_status": "TURTLE_NECK" }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FBEBED"/>
          </a:solidFill>
          <a:ln w="12700">
            <a:solidFill>
              <a:srgbClr val="F1B3B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057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HARDWARE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713232"/>
            <a:ext cx="777240" cy="777240"/>
          </a:xfrm>
          <a:prstGeom prst="ellipse">
            <a:avLst/>
          </a:prstGeom>
          <a:solidFill>
            <a:srgbClr val="E057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713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667512"/>
            <a:ext cx="9951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— 아직 손이 없어요, 계약은 있어요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라즈베리파이 5 · gpiozero(2차 목표) · 지금은 백엔드 내장 Mock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E0576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103120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pi/ 폴더엔 .env.example 한 장뿐이에요 — pi/main.py는 아직 존재하지 않습니다.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054096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E0576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2962656"/>
            <a:ext cx="57150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GET /api/v1/devices/{id}/desired-state와 POST .../state는 이미 완성돼 지금 바로 curl로 테스트할 수 있어요.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49440" y="2103120"/>
            <a:ext cx="4602175" cy="1353312"/>
          </a:xfrm>
          <a:prstGeom prst="roundRect">
            <a:avLst>
              <a:gd name="adj" fmla="val 6081"/>
            </a:avLst>
          </a:prstGeom>
          <a:solidFill>
            <a:srgbClr val="10121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50608" y="2231136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pi/.env.example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150608" y="2523744"/>
            <a:ext cx="4199839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BACKEND_URL=http://192.168.0.100:8000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DEVICE_API_KEY=your_secret_device_api_key_here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GPIOZERO_PIN_FACTORY=lgpio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연동의 규칙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675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부품이 대화하는 공용어 : REST API + JSON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API는 '식당 메뉴판'과 같아요 — 정확한 이름(URL)과 주문서 양식(JSON)만 지키면 음식이 나옵니다.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0B5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10312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X-Device-Api-Key — 기계용. 다른 팀과 대소문자까지 동일해요.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0B5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74320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사람(대시보드)용 출입증은 아직 없어요.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49440" y="2103120"/>
            <a:ext cx="4602175" cy="1645920"/>
          </a:xfrm>
          <a:prstGeom prst="roundRect">
            <a:avLst>
              <a:gd name="adj" fmla="val 5000"/>
            </a:avLst>
          </a:prstGeom>
          <a:solidFill>
            <a:srgbClr val="10121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50608" y="2231136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졸음 이벤트 보고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150608" y="2523744"/>
            <a:ext cx="419983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/api/v1/vision/events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2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X-Device-Api-Key: STUDY_ROOM_2026...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"event_type": "drowsiness",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"detected": true }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6080760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FAF2E7"/>
          </a:solidFill>
          <a:ln w="12700">
            <a:solidFill>
              <a:srgbClr val="E7C3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" y="6172200"/>
            <a:ext cx="105091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97A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 솔직 고백: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대시보드용 엔드포인트는 인증 검사 자체가 코드에 없어요 — 실제 배포 전에는 반드시 채워야 할 부분이에요.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TRIGGER RULES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675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비전 이벤트 하나가 도착하면 벌어지는 네 가지 일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StudySeatTriggerService가 이벤트 종류를 보고 즉시 반응해요.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4480560" cy="992124"/>
          </a:xfrm>
          <a:prstGeom prst="roundRect">
            <a:avLst>
              <a:gd name="adj" fmla="val 6452"/>
            </a:avLst>
          </a:prstGeom>
          <a:solidFill>
            <a:srgbClr val="FCF6ED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2103120"/>
            <a:ext cx="4151376" cy="992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🪑 착석 감지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193792" y="2599182"/>
            <a:ext cx="432511" cy="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065215" y="2103120"/>
            <a:ext cx="5486400" cy="992124"/>
          </a:xfrm>
          <a:prstGeom prst="roundRect">
            <a:avLst>
              <a:gd name="adj" fmla="val 6452"/>
            </a:avLst>
          </a:prstGeom>
          <a:solidFill>
            <a:srgbClr val="FDF2F3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29807" y="2103120"/>
            <a:ext cx="5157216" cy="992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LED ON + 터치화면 ON + 전원 릴레이 ON + 타이머 시작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204972"/>
            <a:ext cx="4480560" cy="992124"/>
          </a:xfrm>
          <a:prstGeom prst="roundRect">
            <a:avLst>
              <a:gd name="adj" fmla="val 6452"/>
            </a:avLst>
          </a:prstGeom>
          <a:solidFill>
            <a:srgbClr val="FCF6ED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3204972"/>
            <a:ext cx="4151376" cy="992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⏱ 30초 이상 미착석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193792" y="3701034"/>
            <a:ext cx="432511" cy="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065215" y="3204972"/>
            <a:ext cx="5486400" cy="992124"/>
          </a:xfrm>
          <a:prstGeom prst="roundRect">
            <a:avLst>
              <a:gd name="adj" fmla="val 6452"/>
            </a:avLst>
          </a:prstGeom>
          <a:solidFill>
            <a:srgbClr val="FDF2F3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29807" y="3204972"/>
            <a:ext cx="5157216" cy="992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🔌 LED·화면·진동모터 전부 OFF (절전)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306824"/>
            <a:ext cx="4480560" cy="992124"/>
          </a:xfrm>
          <a:prstGeom prst="roundRect">
            <a:avLst>
              <a:gd name="adj" fmla="val 6452"/>
            </a:avLst>
          </a:prstGeom>
          <a:solidFill>
            <a:srgbClr val="FCF6ED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" y="4306824"/>
            <a:ext cx="4151376" cy="992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😴 졸음 감지 (눈 안보임 2.5초)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193792" y="4802886"/>
            <a:ext cx="432511" cy="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65215" y="4306824"/>
            <a:ext cx="5486400" cy="992124"/>
          </a:xfrm>
          <a:prstGeom prst="roundRect">
            <a:avLst>
              <a:gd name="adj" fmla="val 6452"/>
            </a:avLst>
          </a:prstGeom>
          <a:solidFill>
            <a:srgbClr val="FDF2F3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29807" y="4306824"/>
            <a:ext cx="5157216" cy="992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📳 방석 진동(세기 100) + LED 적색 점멸 — 3초 후 자동 정지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408676"/>
            <a:ext cx="4480560" cy="992124"/>
          </a:xfrm>
          <a:prstGeom prst="roundRect">
            <a:avLst>
              <a:gd name="adj" fmla="val 6452"/>
            </a:avLst>
          </a:prstGeom>
          <a:solidFill>
            <a:srgbClr val="FCF6ED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" y="5408676"/>
            <a:ext cx="4151376" cy="992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🙇 자세 불량(거북목, 45px 이상)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193792" y="5904738"/>
            <a:ext cx="432511" cy="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065215" y="5408676"/>
            <a:ext cx="5486400" cy="992124"/>
          </a:xfrm>
          <a:prstGeom prst="roundRect">
            <a:avLst>
              <a:gd name="adj" fmla="val 6452"/>
            </a:avLst>
          </a:prstGeom>
          <a:solidFill>
            <a:srgbClr val="FDF2F3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29807" y="5408676"/>
            <a:ext cx="5157216" cy="992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📳 등받이 진동(세기 80) — 2.5초 후 자동 정지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MOCK ↔ 실기기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675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스턴트 대역 배우 — 그런데 리허설이 너무 빨라요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대본(백엔드 코드)은 '누가' 연기하는지 몰라요 — 정해진 4개 동작만 똑같이 해내면 됩니다.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모두가 지키는 4개의 동작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1460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체크 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get_device_status()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8036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체크 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set_actuator_state()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24612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체크 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read_sensor_value()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61188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체크 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get_all_statuses()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114800"/>
            <a:ext cx="5669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팀의 MockDeviceProvider는 desired_state와 current_state를 같은 순간에 DB에 써요 — 실제 하드웨어라면 있을 폴링 지연이 전혀 없는, '즉시 항상 성공하는' 리허설이에요. hardware_provider.py는 아직 없어요.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29400" y="2103120"/>
            <a:ext cx="4922215" cy="2743200"/>
          </a:xfrm>
          <a:prstGeom prst="roundRect">
            <a:avLst>
              <a:gd name="adj" fmla="val 3000"/>
            </a:avLst>
          </a:prstGeom>
          <a:solidFill>
            <a:srgbClr val="10121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30568" y="2231136"/>
            <a:ext cx="4519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상태 스냅샷 (정직 버전)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830568" y="2560320"/>
            <a:ext cx="2559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LED·진동모터·릴레이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287396" y="2615184"/>
            <a:ext cx="2165775" cy="274320"/>
          </a:xfrm>
          <a:prstGeom prst="roundRect">
            <a:avLst>
              <a:gd name="adj" fmla="val 50000"/>
            </a:avLst>
          </a:prstGeom>
          <a:ln w="15875">
            <a:solidFill>
              <a:srgbClr val="C97A0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87396" y="2615184"/>
            <a:ext cx="216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7A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즉시성공 Mock 중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830568" y="3017520"/>
            <a:ext cx="2559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착석·졸음 감지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287396" y="3072384"/>
            <a:ext cx="2165775" cy="274320"/>
          </a:xfrm>
          <a:prstGeom prst="roundRect">
            <a:avLst>
              <a:gd name="adj" fmla="val 50000"/>
            </a:avLst>
          </a:prstGeom>
          <a:ln w="15875">
            <a:solidFill>
              <a:srgbClr val="1FA97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87396" y="3072384"/>
            <a:ext cx="216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A9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YOLO+Haar 진짜 작동 중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830568" y="3474720"/>
            <a:ext cx="2559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 판정(진짜 랜드마크)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287396" y="3529584"/>
            <a:ext cx="2165775" cy="274320"/>
          </a:xfrm>
          <a:prstGeom prst="roundRect">
            <a:avLst>
              <a:gd name="adj" fmla="val 50000"/>
            </a:avLst>
          </a:prstGeom>
          <a:ln w="15875">
            <a:solidFill>
              <a:srgbClr val="D8434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87396" y="3529584"/>
            <a:ext cx="216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43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박스 좌표로 대체 중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830568" y="3931920"/>
            <a:ext cx="2559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라즈베리파이 코드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287396" y="3986784"/>
            <a:ext cx="2165775" cy="274320"/>
          </a:xfrm>
          <a:prstGeom prst="roundRect">
            <a:avLst>
              <a:gd name="adj" fmla="val 50000"/>
            </a:avLst>
          </a:prstGeom>
          <a:ln w="15875">
            <a:solidFill>
              <a:srgbClr val="D8434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87396" y="3986784"/>
            <a:ext cx="216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43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없음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830568" y="4389120"/>
            <a:ext cx="2559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장치 DB · Frontend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287396" y="4443984"/>
            <a:ext cx="2165775" cy="274320"/>
          </a:xfrm>
          <a:prstGeom prst="roundRect">
            <a:avLst>
              <a:gd name="adj" fmla="val 50000"/>
            </a:avLst>
          </a:prstGeom>
          <a:ln w="15875">
            <a:solidFill>
              <a:srgbClr val="1FA97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287396" y="4443984"/>
            <a:ext cx="216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A9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 작동 중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미션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675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여러분이 이어받을 4가지 과제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1468" cy="1691640"/>
          </a:xfrm>
          <a:prstGeom prst="roundRect">
            <a:avLst>
              <a:gd name="adj" fmla="val 4865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476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5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47672"/>
            <a:ext cx="44727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라즈베리파이 5 실기기 전환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404872"/>
            <a:ext cx="4975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pi/main.py를 아예 새로 작성해 진동 모터·LED·릴레이를 실제 GPIO로 제어합니다.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145536"/>
            <a:ext cx="4975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부록C · 03 핸드오버 가이드 과제 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0148" y="1783080"/>
            <a:ext cx="5341468" cy="1691640"/>
          </a:xfrm>
          <a:prstGeom prst="roundRect">
            <a:avLst>
              <a:gd name="adj" fmla="val 4865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93028" y="19476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5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93028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95948" y="1947672"/>
            <a:ext cx="44727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 EAR 눈 깜빡임 + 얼굴 랜드마크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393028" y="2404872"/>
            <a:ext cx="4975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Haar Cascade와 박스 좌표를 mediapipe Face Mesh 기반 정밀 측정으로 교체합니다.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393028" y="3145536"/>
            <a:ext cx="4975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핸드오버 가이드 과제 C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3703320"/>
            <a:ext cx="5341468" cy="1691640"/>
          </a:xfrm>
          <a:prstGeom prst="roundRect">
            <a:avLst>
              <a:gd name="adj" fmla="val 4865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867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5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3867912"/>
            <a:ext cx="44727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세션 DB 영구 저장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325112"/>
            <a:ext cx="4975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메모리에만 있는 리포트를 DB 테이블로 옮겨 서버 재시작에도 남게 합니다.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065776"/>
            <a:ext cx="4975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backend/routes/session.py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0148" y="3703320"/>
            <a:ext cx="5341468" cy="1691640"/>
          </a:xfrm>
          <a:prstGeom prst="roundRect">
            <a:avLst>
              <a:gd name="adj" fmla="val 4865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93028" y="3867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5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93028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95948" y="3867912"/>
            <a:ext cx="44727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배포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6393028" y="4325112"/>
            <a:ext cx="4975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 → Supabase(PostgreSQL) 마이그레이션, Render(백엔드) · Vercel(프론트) 배포.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393028" y="5065776"/>
            <a:ext cx="4975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핸드오버 가이드 과제 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0080" y="5486400"/>
            <a:ext cx="10911535" cy="786384"/>
          </a:xfrm>
          <a:prstGeom prst="roundRect">
            <a:avLst>
              <a:gd name="adj" fmla="val 9302"/>
            </a:avLst>
          </a:prstGeom>
          <a:solidFill>
            <a:srgbClr val="E9F6F1"/>
          </a:solidFill>
          <a:ln w="12700">
            <a:solidFill>
              <a:srgbClr val="9AD8B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1248" y="5577840"/>
            <a:ext cx="105091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 주목할 점: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AI 채팅을 열 때마다 docs/03-2차개발-생성형AI-핸드오버-가이드.md의 '시스템 프롬프트'부터 붙여넣으세요.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행선지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675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막히면, 여기부터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1153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377440"/>
                <a:gridCol w="1645920"/>
                <a:gridCol w="505937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역할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먼저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필요할 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 전원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부록G 슬라이드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01, 02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부록A, 부록B, 부록F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백엔드 · DB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부록G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01, 02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부록C, 부록D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프론트엔드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부록G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01, 02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부록C(3·7장)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라즈베리파이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부록G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01, 02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부록E → 부록C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영상인식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부록G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01, 02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436168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확인한 것 — 5개 부품, 하나의 대화 규칙(REST + JSON), 그리고 아직 완성되지 않은 두 자리(진짜 얼굴 랜드마크·라즈베리파이). 이제 코드를 열어보세요.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581248" y="5897880"/>
            <a:ext cx="640080" cy="640080"/>
          </a:xfrm>
          <a:prstGeom prst="ellipse">
            <a:avLst/>
          </a:prstGeom>
          <a:solidFill>
            <a:srgbClr val="2F86E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581248" y="5897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4678528" y="589788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678528" y="5897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5775808" y="5897880"/>
            <a:ext cx="640080" cy="640080"/>
          </a:xfrm>
          <a:prstGeom prst="ellipse">
            <a:avLst/>
          </a:prstGeom>
          <a:solidFill>
            <a:srgbClr val="0F9E8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775808" y="5897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📓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6873088" y="5897880"/>
            <a:ext cx="640080" cy="640080"/>
          </a:xfrm>
          <a:prstGeom prst="ellipse">
            <a:avLst/>
          </a:prstGeom>
          <a:solidFill>
            <a:srgbClr val="DB8A1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873088" y="5897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👁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7970368" y="5897880"/>
            <a:ext cx="640080" cy="640080"/>
          </a:xfrm>
          <a:prstGeom prst="ellipse">
            <a:avLst/>
          </a:prstGeom>
          <a:solidFill>
            <a:srgbClr val="E0576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970368" y="5897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2026-09-06T05:43:24Z</dcterms:created>
  <dcterms:modified xsi:type="dcterms:W3CDTF">2026-09-06T05:43:24Z</dcterms:modified>
</cp:coreProperties>
</file>